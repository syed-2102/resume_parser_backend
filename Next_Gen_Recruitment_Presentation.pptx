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 AI-POWERED RECRUITMENT &amp; ANALYTICS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Grounded in IEEE: 'Next-Gen Recruitment: An AI Powered Hiring Ecosystem using NLP'</a:t>
            </a:r>
          </a:p>
          <a:p/>
          <a:p>
            <a:r>
              <a:t>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in Traditional Recruitment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Manual resume screening is time-consuming and introduces severe human bias.</a:t>
            </a:r>
          </a:p>
          <a:p>
            <a:pPr>
              <a:defRPr sz="1800"/>
            </a:pPr>
            <a:r>
              <a:t>Traditional ATS relies on binary, exact-match keyword searching.</a:t>
            </a:r>
          </a:p>
          <a:p>
            <a:pPr>
              <a:defRPr sz="1800"/>
            </a:pPr>
            <a:r>
              <a:t>Qualified candidates are frequently rejected due to formatting variations rather than lack of underlying skills.</a:t>
            </a:r>
          </a:p>
          <a:p>
            <a:pPr>
              <a:defRPr sz="1800"/>
            </a:pPr>
            <a:r>
              <a:t>No feedback loop: Students are rejected without understanding their specific technical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Foundation (IEEE)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This architecture is strictly grounded in the IEEE publication:</a:t>
            </a:r>
          </a:p>
          <a:p>
            <a:pPr>
              <a:defRPr sz="1800"/>
            </a:pPr>
            <a:r>
              <a:t>"Next-Gen Recruitment: An AI Powered Hiring Ecosystem using NLP"</a:t>
            </a:r>
          </a:p>
          <a:p>
            <a:pPr>
              <a:defRPr sz="1800"/>
            </a:pPr>
            <a:r>
              <a:t>Core Shift: Moving from basic keyword 'Searching' to semantic 'Intelligence'.</a:t>
            </a:r>
          </a:p>
          <a:p>
            <a:pPr>
              <a:defRPr sz="1800"/>
            </a:pPr>
            <a:r>
              <a:t>Dual Purpose: Functions as a high-efficiency recruitment tool for administrators AND a career-development mentor for students.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Mechanics: The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Input: Unstructured Student Resume (PDF) &amp; Target Job Description (PDF).</a:t>
            </a:r>
          </a:p>
          <a:p>
            <a:pPr>
              <a:defRPr sz="1800"/>
            </a:pPr>
            <a:r>
              <a:t>NLP Pipeline: Utilizes spaCy for Named Entity Recognition (NER) to extract skills, experience, and academic metrics.</a:t>
            </a:r>
          </a:p>
          <a:p>
            <a:pPr>
              <a:defRPr sz="1800"/>
            </a:pPr>
            <a:r>
              <a:t>Semantic Analysis: Sentence-Transformers (BERT) maps text to high-dimensional vectors to calculate contextual similarity.</a:t>
            </a:r>
          </a:p>
          <a:p>
            <a:pPr>
              <a:defRPr sz="1800"/>
            </a:pPr>
            <a:r>
              <a:t>Output: A deterministic Hybrid Match Score and a precise array of Missing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Mentorship Features (IEEE Grounded)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Interactive Skill Gap Analysis: Outputs specific technologies a student must learn to reach a 90% compatibility threshold.</a:t>
            </a:r>
          </a:p>
          <a:p>
            <a:pPr>
              <a:defRPr sz="1800"/>
            </a:pPr>
            <a:r>
              <a:t>Mock Interview Module: Integrates with Generative AI (Gemini/LLMs).</a:t>
            </a:r>
          </a:p>
          <a:p>
            <a:pPr>
              <a:defRPr sz="1800"/>
            </a:pPr>
            <a:r>
              <a:t>Simulates technical interviews based strictly on the student's extracted tech stack and their identified missing skills.</a:t>
            </a:r>
          </a:p>
          <a:p>
            <a:pPr>
              <a:defRPr sz="1800"/>
            </a:pPr>
            <a:r>
              <a:t>Fulfills the IEEE mandate of acting as a career-development mentor.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Design: 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Frontend (UI): Built with HTML5, CSS3, and Bootstrap for a responsive administrator dashboard. Implements Chart.js for batch data visualization.</a:t>
            </a:r>
          </a:p>
          <a:p>
            <a:pPr>
              <a:defRPr sz="1800"/>
            </a:pPr>
            <a:r>
              <a:t>Primary Backend: Node.js server acts as the central router and API gateway.</a:t>
            </a:r>
          </a:p>
          <a:p>
            <a:pPr>
              <a:defRPr sz="1800"/>
            </a:pPr>
            <a:r>
              <a:t>AI Microservice: Python FastAPI server executing the heavy NLP/BERT mathematical operations asynchronously.</a:t>
            </a:r>
          </a:p>
          <a:p>
            <a:pPr>
              <a:defRPr sz="1800"/>
            </a:pPr>
            <a:r>
              <a:t>Database: PostgreSQL stores candidate dossiers, multi-factor rankings (GPA + Skills), and historical match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Replaces manual processing with mathematically verified semantic analysis.</a:t>
            </a:r>
          </a:p>
          <a:p>
            <a:pPr>
              <a:defRPr sz="1800"/>
            </a:pPr>
            <a:r>
              <a:t>Provides actionable data to both the Placement Cell and the student body.</a:t>
            </a:r>
          </a:p>
          <a:p>
            <a:pPr>
              <a:defRPr sz="1800"/>
            </a:pPr>
            <a:r>
              <a:t>Strictly adheres to the methodologies outlined in the referenced IEEE literature.</a:t>
            </a:r>
          </a:p>
          <a:p>
            <a:pPr>
              <a:defRPr sz="1800"/>
            </a:pPr>
            <a:r>
              <a:t>Scalable architecture designed for modern cloud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